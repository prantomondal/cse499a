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7" r:id="rId4"/>
    <p:sldId id="261" r:id="rId5"/>
    <p:sldId id="266" r:id="rId6"/>
    <p:sldId id="262" r:id="rId7"/>
    <p:sldId id="268" r:id="rId8"/>
    <p:sldId id="265" r:id="rId9"/>
    <p:sldId id="267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9F0"/>
    <a:srgbClr val="003635"/>
    <a:srgbClr val="5DD5FF"/>
    <a:srgbClr val="00217E"/>
    <a:srgbClr val="600000"/>
    <a:srgbClr val="FF8225"/>
    <a:srgbClr val="FF2549"/>
    <a:srgbClr val="FF0D97"/>
    <a:srgbClr val="0000CC"/>
    <a:srgbClr val="9EF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717" autoAdjust="0"/>
  </p:normalViewPr>
  <p:slideViewPr>
    <p:cSldViewPr snapToGrid="0">
      <p:cViewPr varScale="1">
        <p:scale>
          <a:sx n="116" d="100"/>
          <a:sy n="116" d="100"/>
        </p:scale>
        <p:origin x="490" y="-38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17-Mar-21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4684" y="1578078"/>
            <a:ext cx="7860890" cy="1467464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9936" y="3277834"/>
            <a:ext cx="7853515" cy="678426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FF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3" y="224337"/>
            <a:ext cx="8259098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5" y="1216742"/>
            <a:ext cx="8244349" cy="3532239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63" y="399163"/>
            <a:ext cx="6498123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1172496"/>
            <a:ext cx="6474543" cy="3508626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7" y="205275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30157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002554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30157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002554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17-Mar-21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806" y="1713492"/>
            <a:ext cx="7949380" cy="1489590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SURPRISE BD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b="1" dirty="0" smtClean="0"/>
              <a:t>SPREAD A LITTLE HAPPINESS</a:t>
            </a:r>
            <a:endParaRPr lang="en-US" sz="2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806" y="3203082"/>
            <a:ext cx="7986252" cy="749252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(Web App)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7863" y="399163"/>
            <a:ext cx="6498123" cy="7733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Group Members</a:t>
            </a:r>
            <a:endParaRPr lang="en-US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7927" y="1745672"/>
            <a:ext cx="7128164" cy="2935449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Arial Rounded MT Bold" panose="020F0704030504030204" pitchFamily="34" charset="0"/>
                <a:cs typeface="Shonar Bangla" panose="02020603050405020304" pitchFamily="18" charset="0"/>
              </a:rPr>
              <a:t>Md. </a:t>
            </a:r>
            <a:r>
              <a:rPr lang="en-US" sz="2600" b="1" dirty="0" err="1">
                <a:latin typeface="Arial Rounded MT Bold" panose="020F0704030504030204" pitchFamily="34" charset="0"/>
                <a:cs typeface="Shonar Bangla" panose="02020603050405020304" pitchFamily="18" charset="0"/>
              </a:rPr>
              <a:t>Ahanaf</a:t>
            </a:r>
            <a:r>
              <a:rPr lang="en-US" sz="2600" b="1" dirty="0">
                <a:latin typeface="Arial Rounded MT Bold" panose="020F0704030504030204" pitchFamily="34" charset="0"/>
                <a:cs typeface="Shonar Bangla" panose="02020603050405020304" pitchFamily="18" charset="0"/>
              </a:rPr>
              <a:t> </a:t>
            </a:r>
            <a:r>
              <a:rPr lang="en-US" sz="2600" b="1" dirty="0" err="1">
                <a:latin typeface="Arial Rounded MT Bold" panose="020F0704030504030204" pitchFamily="34" charset="0"/>
                <a:cs typeface="Shonar Bangla" panose="02020603050405020304" pitchFamily="18" charset="0"/>
              </a:rPr>
              <a:t>Tahmid</a:t>
            </a:r>
            <a:r>
              <a:rPr lang="en-US" sz="2600" b="1" dirty="0">
                <a:latin typeface="Arial Rounded MT Bold" panose="020F0704030504030204" pitchFamily="34" charset="0"/>
                <a:cs typeface="Shonar Bangla" panose="02020603050405020304" pitchFamily="18" charset="0"/>
              </a:rPr>
              <a:t> </a:t>
            </a:r>
            <a:r>
              <a:rPr lang="en-US" sz="2600" b="1" dirty="0" smtClean="0">
                <a:latin typeface="Arial Rounded MT Bold" panose="020F0704030504030204" pitchFamily="34" charset="0"/>
                <a:cs typeface="Shonar Bangla" panose="02020603050405020304" pitchFamily="18" charset="0"/>
              </a:rPr>
              <a:t>Islam - 1711677042</a:t>
            </a:r>
            <a:endParaRPr lang="en-US" sz="2600" b="1" dirty="0">
              <a:latin typeface="Arial Rounded MT Bold" panose="020F0704030504030204" pitchFamily="34" charset="0"/>
              <a:cs typeface="Shonar Bangla" panose="02020603050405020304" pitchFamily="18" charset="0"/>
            </a:endParaRPr>
          </a:p>
          <a:p>
            <a:r>
              <a:rPr lang="en-US" sz="2600" b="1" dirty="0" err="1">
                <a:latin typeface="Arial Rounded MT Bold" panose="020F0704030504030204" pitchFamily="34" charset="0"/>
                <a:cs typeface="Shonar Bangla" panose="02020603050405020304" pitchFamily="18" charset="0"/>
              </a:rPr>
              <a:t>Mubashshira</a:t>
            </a:r>
            <a:r>
              <a:rPr lang="en-US" sz="2600" b="1" dirty="0">
                <a:latin typeface="Arial Rounded MT Bold" panose="020F0704030504030204" pitchFamily="34" charset="0"/>
                <a:cs typeface="Shonar Bangla" panose="02020603050405020304" pitchFamily="18" charset="0"/>
              </a:rPr>
              <a:t> </a:t>
            </a:r>
            <a:r>
              <a:rPr lang="en-US" sz="2600" b="1" dirty="0" err="1">
                <a:latin typeface="Arial Rounded MT Bold" panose="020F0704030504030204" pitchFamily="34" charset="0"/>
                <a:cs typeface="Shonar Bangla" panose="02020603050405020304" pitchFamily="18" charset="0"/>
              </a:rPr>
              <a:t>Amjad</a:t>
            </a:r>
            <a:r>
              <a:rPr lang="en-US" sz="2600" b="1" dirty="0">
                <a:latin typeface="Arial Rounded MT Bold" panose="020F0704030504030204" pitchFamily="34" charset="0"/>
                <a:cs typeface="Shonar Bangla" panose="02020603050405020304" pitchFamily="18" charset="0"/>
              </a:rPr>
              <a:t> - 1711191042</a:t>
            </a:r>
          </a:p>
          <a:p>
            <a:r>
              <a:rPr lang="en-US" sz="2600" b="1" dirty="0" err="1">
                <a:latin typeface="Arial Rounded MT Bold" panose="020F0704030504030204" pitchFamily="34" charset="0"/>
                <a:cs typeface="Shonar Bangla" panose="02020603050405020304" pitchFamily="18" charset="0"/>
              </a:rPr>
              <a:t>Taufiqur</a:t>
            </a:r>
            <a:r>
              <a:rPr lang="en-US" sz="2600" b="1" dirty="0">
                <a:latin typeface="Arial Rounded MT Bold" panose="020F0704030504030204" pitchFamily="34" charset="0"/>
                <a:cs typeface="Shonar Bangla" panose="02020603050405020304" pitchFamily="18" charset="0"/>
              </a:rPr>
              <a:t> Rahman </a:t>
            </a:r>
            <a:r>
              <a:rPr lang="en-US" sz="2600" b="1" dirty="0" err="1" smtClean="0">
                <a:latin typeface="Arial Rounded MT Bold" panose="020F0704030504030204" pitchFamily="34" charset="0"/>
                <a:cs typeface="Shonar Bangla" panose="02020603050405020304" pitchFamily="18" charset="0"/>
              </a:rPr>
              <a:t>Anik</a:t>
            </a:r>
            <a:r>
              <a:rPr lang="en-US" sz="2600" b="1" dirty="0" smtClean="0">
                <a:latin typeface="Arial Rounded MT Bold" panose="020F0704030504030204" pitchFamily="34" charset="0"/>
                <a:cs typeface="Shonar Bangla" panose="02020603050405020304" pitchFamily="18" charset="0"/>
              </a:rPr>
              <a:t> - 1711474042</a:t>
            </a:r>
            <a:endParaRPr lang="en-US" sz="2600" b="1" dirty="0">
              <a:latin typeface="Arial Rounded MT Bold" panose="020F0704030504030204" pitchFamily="34" charset="0"/>
              <a:cs typeface="Shonar Bangla" panose="02020603050405020304" pitchFamily="18" charset="0"/>
            </a:endParaRPr>
          </a:p>
          <a:p>
            <a:r>
              <a:rPr lang="en-US" sz="2600" b="1" dirty="0" err="1">
                <a:latin typeface="Arial Rounded MT Bold" panose="020F0704030504030204" pitchFamily="34" charset="0"/>
                <a:cs typeface="Shonar Bangla" panose="02020603050405020304" pitchFamily="18" charset="0"/>
              </a:rPr>
              <a:t>Pranto</a:t>
            </a:r>
            <a:r>
              <a:rPr lang="en-US" sz="2600" b="1" dirty="0">
                <a:latin typeface="Arial Rounded MT Bold" panose="020F0704030504030204" pitchFamily="34" charset="0"/>
                <a:cs typeface="Shonar Bangla" panose="02020603050405020304" pitchFamily="18" charset="0"/>
              </a:rPr>
              <a:t> Kumar - 1711783042</a:t>
            </a:r>
          </a:p>
          <a:p>
            <a:endParaRPr lang="en-US" sz="2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Algerian" panose="04020705040A02060702" pitchFamily="82" charset="0"/>
              </a:rPr>
              <a:t>Problem Statement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2" y="1382661"/>
            <a:ext cx="8244349" cy="353223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Busy people can not get time to arrange surprises and gifts for their closed ones.</a:t>
            </a:r>
          </a:p>
          <a:p>
            <a:pPr algn="just"/>
            <a:r>
              <a:rPr lang="en-US" dirty="0">
                <a:latin typeface="Arial Rounded MT Bold" panose="020F0704030504030204" pitchFamily="34" charset="0"/>
              </a:rPr>
              <a:t>P</a:t>
            </a:r>
            <a:r>
              <a:rPr lang="en-US" dirty="0" smtClean="0">
                <a:latin typeface="Arial Rounded MT Bold" panose="020F0704030504030204" pitchFamily="34" charset="0"/>
              </a:rPr>
              <a:t>eople forget their special occasions to celebrate.</a:t>
            </a:r>
          </a:p>
          <a:p>
            <a:pPr algn="just"/>
            <a:r>
              <a:rPr lang="en-US" dirty="0">
                <a:latin typeface="Arial Rounded MT Bold" panose="020F0704030504030204" pitchFamily="34" charset="0"/>
              </a:rPr>
              <a:t>P</a:t>
            </a:r>
            <a:r>
              <a:rPr lang="en-US" dirty="0" smtClean="0">
                <a:latin typeface="Arial Rounded MT Bold" panose="020F0704030504030204" pitchFamily="34" charset="0"/>
              </a:rPr>
              <a:t>eople are unable to arrange gifts for staying far away from their special ones.</a:t>
            </a: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People sometimes can not decide what to give as a gift.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Our Proposed Solution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2" y="1382661"/>
            <a:ext cx="8244349" cy="3532239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People willing to give surprises for their special ones can contact us and we can arrange surprises and gifts for their special ones.</a:t>
            </a:r>
            <a:endParaRPr lang="en-US" dirty="0">
              <a:latin typeface="Arial Rounded MT Bold" panose="020F0704030504030204" pitchFamily="34" charset="0"/>
            </a:endParaRPr>
          </a:p>
          <a:p>
            <a:pPr algn="just"/>
            <a:r>
              <a:rPr lang="en-US" dirty="0" smtClean="0">
                <a:latin typeface="Arial Rounded MT Bold" panose="020F0704030504030204" pitchFamily="34" charset="0"/>
              </a:rPr>
              <a:t>We can arrange gifts and surprises on exact time our customer want. It can be at 12 am sharp.</a:t>
            </a:r>
          </a:p>
          <a:p>
            <a:pPr marL="0" indent="0" algn="just">
              <a:buNone/>
            </a:pPr>
            <a:endParaRPr lang="en-US" dirty="0" smtClean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3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Our Proposed Solution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2" y="1382661"/>
            <a:ext cx="8244349" cy="3532239"/>
          </a:xfrm>
        </p:spPr>
        <p:txBody>
          <a:bodyPr>
            <a:normAutofit/>
          </a:bodyPr>
          <a:lstStyle/>
          <a:p>
            <a:pPr algn="just"/>
            <a:r>
              <a:rPr lang="en-US" sz="2600" dirty="0" smtClean="0">
                <a:latin typeface="Arial Rounded MT Bold" panose="020F0704030504030204" pitchFamily="34" charset="0"/>
              </a:rPr>
              <a:t>Customers can share their thoughts or ideas for surprise with us and we can  help them arrange surprises.</a:t>
            </a:r>
          </a:p>
          <a:p>
            <a:pPr algn="just"/>
            <a:r>
              <a:rPr lang="en-US" sz="2600" dirty="0" smtClean="0">
                <a:latin typeface="Arial Rounded MT Bold" panose="020F0704030504030204" pitchFamily="34" charset="0"/>
              </a:rPr>
              <a:t>We will take responsibility for arranging the party on behalf of our customer(Pay and go service).</a:t>
            </a:r>
          </a:p>
          <a:p>
            <a:pPr algn="just"/>
            <a:r>
              <a:rPr lang="en-US" sz="2600" dirty="0" smtClean="0">
                <a:latin typeface="Arial Rounded MT Bold" panose="020F0704030504030204" pitchFamily="34" charset="0"/>
              </a:rPr>
              <a:t>People can use our web app to send gifts to their closed ones from one city to another.</a:t>
            </a:r>
          </a:p>
        </p:txBody>
      </p:sp>
    </p:spTree>
    <p:extLst>
      <p:ext uri="{BB962C8B-B14F-4D97-AF65-F5344CB8AC3E}">
        <p14:creationId xmlns:p14="http://schemas.microsoft.com/office/powerpoint/2010/main" val="785402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Some Features</a:t>
            </a:r>
            <a:endParaRPr lang="en-US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smtClean="0">
                <a:latin typeface="Arial Rounded MT Bold" panose="020F0704030504030204" pitchFamily="34" charset="0"/>
              </a:rPr>
              <a:t>Client Panel: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Homepage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Login authentication/signup authentication using Gmail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Gift shop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Customize order option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Contact us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Search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Map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Payment gateway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Helpline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Delivery</a:t>
            </a:r>
          </a:p>
          <a:p>
            <a:endParaRPr lang="en-US" dirty="0" smtClean="0">
              <a:latin typeface="Arial Rounded MT Bold" panose="020F0704030504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smtClean="0">
                <a:latin typeface="Arial Rounded MT Bold" panose="020F0704030504030204" pitchFamily="34" charset="0"/>
              </a:rPr>
              <a:t>Admin Panel: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Product update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Product delete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Customize product manage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Manage the complain</a:t>
            </a:r>
          </a:p>
          <a:p>
            <a:r>
              <a:rPr lang="en-US" sz="1600" dirty="0" smtClean="0">
                <a:latin typeface="Arial Rounded MT Bold" panose="020F0704030504030204" pitchFamily="34" charset="0"/>
              </a:rPr>
              <a:t>Delivery handling</a:t>
            </a:r>
          </a:p>
          <a:p>
            <a:endParaRPr lang="en-US" sz="1600" dirty="0" smtClean="0">
              <a:latin typeface="Arial Rounded MT Bold" panose="020F0704030504030204" pitchFamily="34" charset="0"/>
            </a:endParaRPr>
          </a:p>
          <a:p>
            <a:endParaRPr lang="en-US" sz="1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876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TECHNOLOGY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200151"/>
            <a:ext cx="4226633" cy="339447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Web development Technologies: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HTML5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CSS3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React.js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Node.js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Express.js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ES6</a:t>
            </a:r>
          </a:p>
          <a:p>
            <a:r>
              <a:rPr lang="en-US" dirty="0" err="1">
                <a:latin typeface="Arial Rounded MT Bold" panose="020F0704030504030204" pitchFamily="34" charset="0"/>
              </a:rPr>
              <a:t>Redux</a:t>
            </a:r>
            <a:endParaRPr lang="en-US" dirty="0">
              <a:latin typeface="Arial Rounded MT Bold" panose="020F070403050403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React Router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Material UI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React Bootstrap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0920" y="1200151"/>
            <a:ext cx="3785879" cy="339447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200" b="1" dirty="0" smtClean="0">
                <a:latin typeface="Arial Rounded MT Bold" panose="020F0704030504030204" pitchFamily="34" charset="0"/>
              </a:rPr>
              <a:t>Programming </a:t>
            </a:r>
            <a:r>
              <a:rPr lang="en-US" sz="3200" b="1" dirty="0">
                <a:latin typeface="Arial Rounded MT Bold" panose="020F0704030504030204" pitchFamily="34" charset="0"/>
              </a:rPr>
              <a:t>Language:</a:t>
            </a:r>
          </a:p>
          <a:p>
            <a:r>
              <a:rPr lang="en-US" dirty="0" err="1" smtClean="0">
                <a:latin typeface="Arial Rounded MT Bold" panose="020F0704030504030204" pitchFamily="34" charset="0"/>
              </a:rPr>
              <a:t>Javascript</a:t>
            </a:r>
            <a:endParaRPr lang="en-US" dirty="0" smtClean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latin typeface="Arial Rounded MT Bold" panose="020F0704030504030204" pitchFamily="34" charset="0"/>
              </a:rPr>
              <a:t>Database: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MongoDB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827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anose="04020705040A02060702" pitchFamily="82" charset="0"/>
              </a:rPr>
              <a:t>tools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Visual Studio Code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GitHub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Firebase</a:t>
            </a:r>
          </a:p>
          <a:p>
            <a:r>
              <a:rPr lang="en-US" dirty="0" smtClean="0">
                <a:latin typeface="Arial Rounded MT Bold" panose="020F0704030504030204" pitchFamily="34" charset="0"/>
              </a:rPr>
              <a:t>Chrome Dev Tools</a:t>
            </a:r>
          </a:p>
          <a:p>
            <a:r>
              <a:rPr lang="en-US" dirty="0" err="1" smtClean="0">
                <a:latin typeface="Arial Rounded MT Bold" panose="020F0704030504030204" pitchFamily="34" charset="0"/>
              </a:rPr>
              <a:t>Figma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243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9600" dirty="0" smtClean="0">
                <a:latin typeface="Algerian" panose="04020705040A02060702" pitchFamily="82" charset="0"/>
              </a:rPr>
              <a:t>THANK YOU</a:t>
            </a:r>
            <a:endParaRPr lang="en-US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212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On-screen Show (16:9)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Arial Rounded MT Bold</vt:lpstr>
      <vt:lpstr>Bahnschrift Light</vt:lpstr>
      <vt:lpstr>Calibri</vt:lpstr>
      <vt:lpstr>Shonar Bangla</vt:lpstr>
      <vt:lpstr>Office Theme</vt:lpstr>
      <vt:lpstr>SURPRISE BD SPREAD A LITTLE HAPPINESS</vt:lpstr>
      <vt:lpstr>Group Members</vt:lpstr>
      <vt:lpstr>Problem Statement</vt:lpstr>
      <vt:lpstr>Our Proposed Solution</vt:lpstr>
      <vt:lpstr>Our Proposed Solution</vt:lpstr>
      <vt:lpstr>Some Features</vt:lpstr>
      <vt:lpstr>TECHNOLOGY</vt:lpstr>
      <vt:lpstr>tools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2021-03-17T15:46:22Z</dcterms:modified>
</cp:coreProperties>
</file>